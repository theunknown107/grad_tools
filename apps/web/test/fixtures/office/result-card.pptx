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t>University Seat Number : 1XX22CS001</a:t>
            </a:r>
          </a:p>
          <a:p>
            <a:r>
              <a:t>Semester : 4</a:t>
            </a:r>
          </a:p>
          <a:p>
            <a:r>
              <a:t>Subject Code Subject Name Internal Marks External Marks Total Result</a:t>
            </a:r>
          </a:p>
          <a:p>
            <a:r>
              <a:t>BQAS401 ENGINEERING MATHEMATICS 44 36 80 P</a:t>
            </a:r>
          </a:p>
          <a:p>
            <a:r>
              <a:t>BQCS402 DATA STRUCTURES 40 38 78 P</a:t>
            </a:r>
          </a:p>
          <a:p>
            <a:r>
              <a:t>BQCS403 OPERATING SYSTEMS 42 35 77 P</a:t>
            </a:r>
          </a:p>
          <a:p>
            <a:r>
              <a:t>P -&gt; PASS, F -&gt; FAIL, A -&gt; ABSENT</a:t>
            </a:r>
          </a:p>
        </p:txBody>
      </p:sp>
    </p:spTree>
  </p:cSld>
</p:sld>
</file>